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media/image7.jpg" ContentType="image/jpg"/>
  <Override PartName="/ppt/media/image8.jpg" ContentType="image/jpg"/>
  <Override PartName="/ppt/media/image9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13.jpg" ContentType="image/jpg"/>
  <Override PartName="/ppt/media/image14.jpg" ContentType="image/jpg"/>
  <Override PartName="/ppt/media/image15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  <p:sldMasterId id="2147483662" r:id="rId2"/>
  </p:sldMasterIdLst>
  <p:notesMasterIdLst>
    <p:notesMasterId r:id="rId4"/>
  </p:notesMasterIdLst>
  <p:sldIdLst>
    <p:sldId id="256" r:id="rId3"/>
  </p:sldIdLst>
  <p:sldSz cx="42479913" cy="30240288"/>
  <p:notesSz cx="6858000" cy="9144000"/>
  <p:embeddedFontLst>
    <p:embeddedFont>
      <p:font typeface="Poppins" panose="00000500000000000000" pitchFamily="2" charset="0"/>
      <p:regular r:id="rId5"/>
      <p:bold r:id="rId6"/>
      <p:italic r:id="rId7"/>
      <p:boldItalic r:id="rId8"/>
    </p:embeddedFont>
    <p:embeddedFont>
      <p:font typeface="Tahoma" panose="020B0604030504040204" pitchFamily="34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9525">
          <p15:clr>
            <a:srgbClr val="A4A3A4"/>
          </p15:clr>
        </p15:guide>
        <p15:guide id="2" pos="133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4" d="100"/>
          <a:sy n="24" d="100"/>
        </p:scale>
        <p:origin x="1590" y="84"/>
      </p:cViewPr>
      <p:guideLst>
        <p:guide orient="horz" pos="9525"/>
        <p:guide pos="133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20763" y="685800"/>
            <a:ext cx="481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1124"/>
              </a:spcBef>
              <a:spcAft>
                <a:spcPts val="0"/>
              </a:spcAft>
              <a:buSzPts val="1400"/>
              <a:buNone/>
              <a:defRPr sz="374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1124"/>
              </a:spcBef>
              <a:spcAft>
                <a:spcPts val="0"/>
              </a:spcAft>
              <a:buSzPts val="1400"/>
              <a:buNone/>
              <a:defRPr sz="374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1124"/>
              </a:spcBef>
              <a:spcAft>
                <a:spcPts val="0"/>
              </a:spcAft>
              <a:buSzPts val="1400"/>
              <a:buNone/>
              <a:defRPr sz="374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1124"/>
              </a:spcBef>
              <a:spcAft>
                <a:spcPts val="0"/>
              </a:spcAft>
              <a:buSzPts val="1400"/>
              <a:buNone/>
              <a:defRPr sz="374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1124"/>
              </a:spcBef>
              <a:spcAft>
                <a:spcPts val="0"/>
              </a:spcAft>
              <a:buSzPts val="1400"/>
              <a:buNone/>
              <a:defRPr sz="374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74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74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74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74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124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0763" y="685800"/>
            <a:ext cx="481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 txBox="1">
            <a:spLocks noGrp="1"/>
          </p:cNvSpPr>
          <p:nvPr>
            <p:ph type="ctrTitle"/>
          </p:nvPr>
        </p:nvSpPr>
        <p:spPr>
          <a:xfrm>
            <a:off x="3185994" y="9394093"/>
            <a:ext cx="36107926" cy="6482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subTitle" idx="1"/>
          </p:nvPr>
        </p:nvSpPr>
        <p:spPr>
          <a:xfrm>
            <a:off x="6371988" y="17136165"/>
            <a:ext cx="29735939" cy="772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None/>
              <a:defRPr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None/>
              <a:defRPr/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dt" idx="10"/>
          </p:nvPr>
        </p:nvSpPr>
        <p:spPr>
          <a:xfrm>
            <a:off x="2123996" y="28455276"/>
            <a:ext cx="9911980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ftr" idx="11"/>
          </p:nvPr>
        </p:nvSpPr>
        <p:spPr>
          <a:xfrm>
            <a:off x="14513971" y="28455276"/>
            <a:ext cx="13451972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sldNum" idx="12"/>
          </p:nvPr>
        </p:nvSpPr>
        <p:spPr>
          <a:xfrm>
            <a:off x="30443938" y="28455276"/>
            <a:ext cx="9911980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>
            <a:spLocks noGrp="1"/>
          </p:cNvSpPr>
          <p:nvPr>
            <p:ph type="title"/>
          </p:nvPr>
        </p:nvSpPr>
        <p:spPr>
          <a:xfrm>
            <a:off x="8864735" y="1211013"/>
            <a:ext cx="31439563" cy="5040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body" idx="1"/>
          </p:nvPr>
        </p:nvSpPr>
        <p:spPr>
          <a:xfrm>
            <a:off x="8864734" y="7056069"/>
            <a:ext cx="31491186" cy="19957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dt" idx="10"/>
          </p:nvPr>
        </p:nvSpPr>
        <p:spPr>
          <a:xfrm>
            <a:off x="2123996" y="28455276"/>
            <a:ext cx="9911980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ftr" idx="11"/>
          </p:nvPr>
        </p:nvSpPr>
        <p:spPr>
          <a:xfrm>
            <a:off x="14513971" y="28455276"/>
            <a:ext cx="13451972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sldNum" idx="12"/>
          </p:nvPr>
        </p:nvSpPr>
        <p:spPr>
          <a:xfrm>
            <a:off x="30443938" y="28455276"/>
            <a:ext cx="9911980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 txBox="1">
            <a:spLocks noGrp="1"/>
          </p:cNvSpPr>
          <p:nvPr>
            <p:ph type="title"/>
          </p:nvPr>
        </p:nvSpPr>
        <p:spPr>
          <a:xfrm>
            <a:off x="3355620" y="19432187"/>
            <a:ext cx="36107926" cy="6006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"/>
          <p:cNvSpPr txBox="1">
            <a:spLocks noGrp="1"/>
          </p:cNvSpPr>
          <p:nvPr>
            <p:ph type="body" idx="1"/>
          </p:nvPr>
        </p:nvSpPr>
        <p:spPr>
          <a:xfrm>
            <a:off x="3355620" y="12817128"/>
            <a:ext cx="36107926" cy="6615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dt" idx="10"/>
          </p:nvPr>
        </p:nvSpPr>
        <p:spPr>
          <a:xfrm>
            <a:off x="2123996" y="28455276"/>
            <a:ext cx="9911980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ftr" idx="11"/>
          </p:nvPr>
        </p:nvSpPr>
        <p:spPr>
          <a:xfrm>
            <a:off x="14513971" y="28455276"/>
            <a:ext cx="13451972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sldNum" idx="12"/>
          </p:nvPr>
        </p:nvSpPr>
        <p:spPr>
          <a:xfrm>
            <a:off x="30443938" y="28455276"/>
            <a:ext cx="9911980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 txBox="1">
            <a:spLocks noGrp="1"/>
          </p:cNvSpPr>
          <p:nvPr>
            <p:ph type="title"/>
          </p:nvPr>
        </p:nvSpPr>
        <p:spPr>
          <a:xfrm>
            <a:off x="8864735" y="1211013"/>
            <a:ext cx="31439563" cy="5040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7"/>
          <p:cNvSpPr txBox="1">
            <a:spLocks noGrp="1"/>
          </p:cNvSpPr>
          <p:nvPr>
            <p:ph type="body" idx="1"/>
          </p:nvPr>
        </p:nvSpPr>
        <p:spPr>
          <a:xfrm>
            <a:off x="8864734" y="7056069"/>
            <a:ext cx="15391596" cy="19957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body" idx="2"/>
          </p:nvPr>
        </p:nvSpPr>
        <p:spPr>
          <a:xfrm>
            <a:off x="24964326" y="7056069"/>
            <a:ext cx="15391591" cy="19957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dt" idx="10"/>
          </p:nvPr>
        </p:nvSpPr>
        <p:spPr>
          <a:xfrm>
            <a:off x="2123996" y="28455276"/>
            <a:ext cx="9911980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ftr" idx="11"/>
          </p:nvPr>
        </p:nvSpPr>
        <p:spPr>
          <a:xfrm>
            <a:off x="14513971" y="28455276"/>
            <a:ext cx="13451972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"/>
          <p:cNvSpPr txBox="1">
            <a:spLocks noGrp="1"/>
          </p:cNvSpPr>
          <p:nvPr>
            <p:ph type="sldNum" idx="12"/>
          </p:nvPr>
        </p:nvSpPr>
        <p:spPr>
          <a:xfrm>
            <a:off x="30443938" y="28455276"/>
            <a:ext cx="9911980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"/>
          <p:cNvSpPr txBox="1">
            <a:spLocks noGrp="1"/>
          </p:cNvSpPr>
          <p:nvPr>
            <p:ph type="title"/>
          </p:nvPr>
        </p:nvSpPr>
        <p:spPr>
          <a:xfrm>
            <a:off x="2123996" y="1211013"/>
            <a:ext cx="38231922" cy="5040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"/>
          <p:cNvSpPr txBox="1">
            <a:spLocks noGrp="1"/>
          </p:cNvSpPr>
          <p:nvPr>
            <p:ph type="body" idx="1"/>
          </p:nvPr>
        </p:nvSpPr>
        <p:spPr>
          <a:xfrm>
            <a:off x="2123997" y="6769065"/>
            <a:ext cx="18769339" cy="282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77" name="Google Shape;77;p8"/>
          <p:cNvSpPr txBox="1">
            <a:spLocks noGrp="1"/>
          </p:cNvSpPr>
          <p:nvPr>
            <p:ph type="body" idx="2"/>
          </p:nvPr>
        </p:nvSpPr>
        <p:spPr>
          <a:xfrm>
            <a:off x="2123997" y="9590090"/>
            <a:ext cx="18769339" cy="17423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78" name="Google Shape;78;p8"/>
          <p:cNvSpPr txBox="1">
            <a:spLocks noGrp="1"/>
          </p:cNvSpPr>
          <p:nvPr>
            <p:ph type="body" idx="3"/>
          </p:nvPr>
        </p:nvSpPr>
        <p:spPr>
          <a:xfrm>
            <a:off x="21579208" y="6769065"/>
            <a:ext cx="18776712" cy="282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79" name="Google Shape;79;p8"/>
          <p:cNvSpPr txBox="1">
            <a:spLocks noGrp="1"/>
          </p:cNvSpPr>
          <p:nvPr>
            <p:ph type="body" idx="4"/>
          </p:nvPr>
        </p:nvSpPr>
        <p:spPr>
          <a:xfrm>
            <a:off x="21579208" y="9590090"/>
            <a:ext cx="18776712" cy="17423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80" name="Google Shape;80;p8"/>
          <p:cNvSpPr txBox="1">
            <a:spLocks noGrp="1"/>
          </p:cNvSpPr>
          <p:nvPr>
            <p:ph type="dt" idx="10"/>
          </p:nvPr>
        </p:nvSpPr>
        <p:spPr>
          <a:xfrm>
            <a:off x="2123996" y="28455276"/>
            <a:ext cx="9911980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8"/>
          <p:cNvSpPr txBox="1">
            <a:spLocks noGrp="1"/>
          </p:cNvSpPr>
          <p:nvPr>
            <p:ph type="ftr" idx="11"/>
          </p:nvPr>
        </p:nvSpPr>
        <p:spPr>
          <a:xfrm>
            <a:off x="14513971" y="28455276"/>
            <a:ext cx="13451972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"/>
          <p:cNvSpPr txBox="1">
            <a:spLocks noGrp="1"/>
          </p:cNvSpPr>
          <p:nvPr>
            <p:ph type="sldNum" idx="12"/>
          </p:nvPr>
        </p:nvSpPr>
        <p:spPr>
          <a:xfrm>
            <a:off x="30443938" y="28455276"/>
            <a:ext cx="9911980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>
            <a:spLocks noGrp="1"/>
          </p:cNvSpPr>
          <p:nvPr>
            <p:ph type="title"/>
          </p:nvPr>
        </p:nvSpPr>
        <p:spPr>
          <a:xfrm>
            <a:off x="8864735" y="1211013"/>
            <a:ext cx="31439563" cy="5040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dt" idx="10"/>
          </p:nvPr>
        </p:nvSpPr>
        <p:spPr>
          <a:xfrm>
            <a:off x="2123996" y="28455276"/>
            <a:ext cx="9911980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9"/>
          <p:cNvSpPr txBox="1">
            <a:spLocks noGrp="1"/>
          </p:cNvSpPr>
          <p:nvPr>
            <p:ph type="ftr" idx="11"/>
          </p:nvPr>
        </p:nvSpPr>
        <p:spPr>
          <a:xfrm>
            <a:off x="14513971" y="28455276"/>
            <a:ext cx="13451972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9"/>
          <p:cNvSpPr txBox="1">
            <a:spLocks noGrp="1"/>
          </p:cNvSpPr>
          <p:nvPr>
            <p:ph type="sldNum" idx="12"/>
          </p:nvPr>
        </p:nvSpPr>
        <p:spPr>
          <a:xfrm>
            <a:off x="30443938" y="28455276"/>
            <a:ext cx="9911980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"/>
          <p:cNvSpPr txBox="1">
            <a:spLocks noGrp="1"/>
          </p:cNvSpPr>
          <p:nvPr>
            <p:ph type="dt" idx="10"/>
          </p:nvPr>
        </p:nvSpPr>
        <p:spPr>
          <a:xfrm>
            <a:off x="2123996" y="28455276"/>
            <a:ext cx="9911980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0"/>
          <p:cNvSpPr txBox="1">
            <a:spLocks noGrp="1"/>
          </p:cNvSpPr>
          <p:nvPr>
            <p:ph type="ftr" idx="11"/>
          </p:nvPr>
        </p:nvSpPr>
        <p:spPr>
          <a:xfrm>
            <a:off x="14513971" y="28455276"/>
            <a:ext cx="13451972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0"/>
          <p:cNvSpPr txBox="1">
            <a:spLocks noGrp="1"/>
          </p:cNvSpPr>
          <p:nvPr>
            <p:ph type="sldNum" idx="12"/>
          </p:nvPr>
        </p:nvSpPr>
        <p:spPr>
          <a:xfrm>
            <a:off x="30443938" y="28455276"/>
            <a:ext cx="9911980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>
            <a:spLocks noGrp="1"/>
          </p:cNvSpPr>
          <p:nvPr>
            <p:ph type="title"/>
          </p:nvPr>
        </p:nvSpPr>
        <p:spPr>
          <a:xfrm>
            <a:off x="2123999" y="1204013"/>
            <a:ext cx="13975599" cy="5124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1"/>
          </p:nvPr>
        </p:nvSpPr>
        <p:spPr>
          <a:xfrm>
            <a:off x="16608467" y="1204015"/>
            <a:ext cx="23747451" cy="25809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rgbClr val="666666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2"/>
          </p:nvPr>
        </p:nvSpPr>
        <p:spPr>
          <a:xfrm>
            <a:off x="2123999" y="6328062"/>
            <a:ext cx="13975599" cy="20685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96" name="Google Shape;96;p11"/>
          <p:cNvSpPr txBox="1">
            <a:spLocks noGrp="1"/>
          </p:cNvSpPr>
          <p:nvPr>
            <p:ph type="dt" idx="10"/>
          </p:nvPr>
        </p:nvSpPr>
        <p:spPr>
          <a:xfrm>
            <a:off x="2123996" y="28455276"/>
            <a:ext cx="9911980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ftr" idx="11"/>
          </p:nvPr>
        </p:nvSpPr>
        <p:spPr>
          <a:xfrm>
            <a:off x="14513971" y="28455276"/>
            <a:ext cx="13451972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1"/>
          <p:cNvSpPr txBox="1">
            <a:spLocks noGrp="1"/>
          </p:cNvSpPr>
          <p:nvPr>
            <p:ph type="sldNum" idx="12"/>
          </p:nvPr>
        </p:nvSpPr>
        <p:spPr>
          <a:xfrm>
            <a:off x="30443938" y="28455276"/>
            <a:ext cx="9911980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"/>
          <p:cNvSpPr txBox="1">
            <a:spLocks noGrp="1"/>
          </p:cNvSpPr>
          <p:nvPr>
            <p:ph type="title"/>
          </p:nvPr>
        </p:nvSpPr>
        <p:spPr>
          <a:xfrm>
            <a:off x="8326360" y="21168204"/>
            <a:ext cx="25487948" cy="249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2"/>
          <p:cNvSpPr>
            <a:spLocks noGrp="1"/>
          </p:cNvSpPr>
          <p:nvPr>
            <p:ph type="pic" idx="2"/>
          </p:nvPr>
        </p:nvSpPr>
        <p:spPr>
          <a:xfrm>
            <a:off x="8326360" y="2702026"/>
            <a:ext cx="25487948" cy="18144173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12"/>
          <p:cNvSpPr txBox="1">
            <a:spLocks noGrp="1"/>
          </p:cNvSpPr>
          <p:nvPr>
            <p:ph type="body" idx="1"/>
          </p:nvPr>
        </p:nvSpPr>
        <p:spPr>
          <a:xfrm>
            <a:off x="8326360" y="23667231"/>
            <a:ext cx="25487948" cy="3549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dt" idx="10"/>
          </p:nvPr>
        </p:nvSpPr>
        <p:spPr>
          <a:xfrm>
            <a:off x="2123996" y="28455276"/>
            <a:ext cx="9911980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2"/>
          <p:cNvSpPr txBox="1">
            <a:spLocks noGrp="1"/>
          </p:cNvSpPr>
          <p:nvPr>
            <p:ph type="ftr" idx="11"/>
          </p:nvPr>
        </p:nvSpPr>
        <p:spPr>
          <a:xfrm>
            <a:off x="14513971" y="28455276"/>
            <a:ext cx="13451972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sldNum" idx="12"/>
          </p:nvPr>
        </p:nvSpPr>
        <p:spPr>
          <a:xfrm>
            <a:off x="30443938" y="28455276"/>
            <a:ext cx="9911980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8864735" y="1211013"/>
            <a:ext cx="31439563" cy="5040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body" idx="1"/>
          </p:nvPr>
        </p:nvSpPr>
        <p:spPr>
          <a:xfrm rot="5400000">
            <a:off x="14631730" y="1289073"/>
            <a:ext cx="19957193" cy="31491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dt" idx="10"/>
          </p:nvPr>
        </p:nvSpPr>
        <p:spPr>
          <a:xfrm>
            <a:off x="2123996" y="28455276"/>
            <a:ext cx="9911980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ftr" idx="11"/>
          </p:nvPr>
        </p:nvSpPr>
        <p:spPr>
          <a:xfrm>
            <a:off x="14513971" y="28455276"/>
            <a:ext cx="13451972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ldNum" idx="12"/>
          </p:nvPr>
        </p:nvSpPr>
        <p:spPr>
          <a:xfrm>
            <a:off x="30443938" y="28455276"/>
            <a:ext cx="9911980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>
            <a:spLocks noGrp="1"/>
          </p:cNvSpPr>
          <p:nvPr>
            <p:ph type="title"/>
          </p:nvPr>
        </p:nvSpPr>
        <p:spPr>
          <a:xfrm rot="5400000">
            <a:off x="23520242" y="10177588"/>
            <a:ext cx="25802248" cy="7869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4"/>
          <p:cNvSpPr txBox="1">
            <a:spLocks noGrp="1"/>
          </p:cNvSpPr>
          <p:nvPr>
            <p:ph type="body" idx="1"/>
          </p:nvPr>
        </p:nvSpPr>
        <p:spPr>
          <a:xfrm rot="5400000">
            <a:off x="7420650" y="2655102"/>
            <a:ext cx="25802248" cy="2291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15" name="Google Shape;115;p14"/>
          <p:cNvSpPr txBox="1">
            <a:spLocks noGrp="1"/>
          </p:cNvSpPr>
          <p:nvPr>
            <p:ph type="dt" idx="10"/>
          </p:nvPr>
        </p:nvSpPr>
        <p:spPr>
          <a:xfrm>
            <a:off x="2123996" y="28455276"/>
            <a:ext cx="9911980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4"/>
          <p:cNvSpPr txBox="1">
            <a:spLocks noGrp="1"/>
          </p:cNvSpPr>
          <p:nvPr>
            <p:ph type="ftr" idx="11"/>
          </p:nvPr>
        </p:nvSpPr>
        <p:spPr>
          <a:xfrm>
            <a:off x="14513971" y="28455276"/>
            <a:ext cx="13451972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4"/>
          <p:cNvSpPr txBox="1">
            <a:spLocks noGrp="1"/>
          </p:cNvSpPr>
          <p:nvPr>
            <p:ph type="sldNum" idx="12"/>
          </p:nvPr>
        </p:nvSpPr>
        <p:spPr>
          <a:xfrm>
            <a:off x="30443938" y="28455276"/>
            <a:ext cx="9911980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9FB240A-520E-6C19-3C38-F2CC5D2E45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9989" y="4949049"/>
            <a:ext cx="31859935" cy="10528100"/>
          </a:xfrm>
        </p:spPr>
        <p:txBody>
          <a:bodyPr anchor="b"/>
          <a:lstStyle>
            <a:lvl1pPr algn="ctr">
              <a:defRPr sz="20905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FA572D40-865C-737F-DACD-DD43B244E7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9989" y="15883154"/>
            <a:ext cx="31859935" cy="7301067"/>
          </a:xfrm>
        </p:spPr>
        <p:txBody>
          <a:bodyPr/>
          <a:lstStyle>
            <a:lvl1pPr marL="0" indent="0" algn="ctr">
              <a:buNone/>
              <a:defRPr sz="8362"/>
            </a:lvl1pPr>
            <a:lvl2pPr marL="1592976" indent="0" algn="ctr">
              <a:buNone/>
              <a:defRPr sz="6968"/>
            </a:lvl2pPr>
            <a:lvl3pPr marL="3185952" indent="0" algn="ctr">
              <a:buNone/>
              <a:defRPr sz="6272"/>
            </a:lvl3pPr>
            <a:lvl4pPr marL="4778929" indent="0" algn="ctr">
              <a:buNone/>
              <a:defRPr sz="5575"/>
            </a:lvl4pPr>
            <a:lvl5pPr marL="6371905" indent="0" algn="ctr">
              <a:buNone/>
              <a:defRPr sz="5575"/>
            </a:lvl5pPr>
            <a:lvl6pPr marL="7964881" indent="0" algn="ctr">
              <a:buNone/>
              <a:defRPr sz="5575"/>
            </a:lvl6pPr>
            <a:lvl7pPr marL="9557857" indent="0" algn="ctr">
              <a:buNone/>
              <a:defRPr sz="5575"/>
            </a:lvl7pPr>
            <a:lvl8pPr marL="11150834" indent="0" algn="ctr">
              <a:buNone/>
              <a:defRPr sz="5575"/>
            </a:lvl8pPr>
            <a:lvl9pPr marL="12743810" indent="0" algn="ctr">
              <a:buNone/>
              <a:defRPr sz="5575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CE3A4FF-9D21-16FD-5B94-2DDA39B03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653F4D9-1C2D-9A00-6360-BA880F94A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4AC9089F-9674-221D-8D7E-0794FB83F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8398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D26ADB3-4E1A-29BF-25EC-85D7964A8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36F7179C-072B-83E5-40C4-608C63C3D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0C4DBCB2-0F9E-7CC2-4112-DD45B970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81DB719-B970-0254-F0D4-11EA54552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7DF5703-15BB-F57F-869D-AB7F9E274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86424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E55B3CB-8ECC-206D-7D12-E597B7BB3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369" y="7539076"/>
            <a:ext cx="36638925" cy="12579118"/>
          </a:xfrm>
        </p:spPr>
        <p:txBody>
          <a:bodyPr anchor="b"/>
          <a:lstStyle>
            <a:lvl1pPr>
              <a:defRPr sz="20905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B10220B7-62B9-0A49-5797-E5C800E2F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8369" y="20237197"/>
            <a:ext cx="36638925" cy="6615061"/>
          </a:xfrm>
        </p:spPr>
        <p:txBody>
          <a:bodyPr/>
          <a:lstStyle>
            <a:lvl1pPr marL="0" indent="0">
              <a:buNone/>
              <a:defRPr sz="8362">
                <a:solidFill>
                  <a:schemeClr val="tx1">
                    <a:tint val="82000"/>
                  </a:schemeClr>
                </a:solidFill>
              </a:defRPr>
            </a:lvl1pPr>
            <a:lvl2pPr marL="1592976" indent="0">
              <a:buNone/>
              <a:defRPr sz="6968">
                <a:solidFill>
                  <a:schemeClr val="tx1">
                    <a:tint val="82000"/>
                  </a:schemeClr>
                </a:solidFill>
              </a:defRPr>
            </a:lvl2pPr>
            <a:lvl3pPr marL="3185952" indent="0">
              <a:buNone/>
              <a:defRPr sz="6272">
                <a:solidFill>
                  <a:schemeClr val="tx1">
                    <a:tint val="82000"/>
                  </a:schemeClr>
                </a:solidFill>
              </a:defRPr>
            </a:lvl3pPr>
            <a:lvl4pPr marL="4778929" indent="0">
              <a:buNone/>
              <a:defRPr sz="5575">
                <a:solidFill>
                  <a:schemeClr val="tx1">
                    <a:tint val="82000"/>
                  </a:schemeClr>
                </a:solidFill>
              </a:defRPr>
            </a:lvl4pPr>
            <a:lvl5pPr marL="6371905" indent="0">
              <a:buNone/>
              <a:defRPr sz="5575">
                <a:solidFill>
                  <a:schemeClr val="tx1">
                    <a:tint val="82000"/>
                  </a:schemeClr>
                </a:solidFill>
              </a:defRPr>
            </a:lvl5pPr>
            <a:lvl6pPr marL="7964881" indent="0">
              <a:buNone/>
              <a:defRPr sz="5575">
                <a:solidFill>
                  <a:schemeClr val="tx1">
                    <a:tint val="82000"/>
                  </a:schemeClr>
                </a:solidFill>
              </a:defRPr>
            </a:lvl6pPr>
            <a:lvl7pPr marL="9557857" indent="0">
              <a:buNone/>
              <a:defRPr sz="5575">
                <a:solidFill>
                  <a:schemeClr val="tx1">
                    <a:tint val="82000"/>
                  </a:schemeClr>
                </a:solidFill>
              </a:defRPr>
            </a:lvl7pPr>
            <a:lvl8pPr marL="11150834" indent="0">
              <a:buNone/>
              <a:defRPr sz="5575">
                <a:solidFill>
                  <a:schemeClr val="tx1">
                    <a:tint val="82000"/>
                  </a:schemeClr>
                </a:solidFill>
              </a:defRPr>
            </a:lvl8pPr>
            <a:lvl9pPr marL="12743810" indent="0">
              <a:buNone/>
              <a:defRPr sz="557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23CBAD3-1603-0364-9146-AC7A4AFFA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906CBF64-A3BF-8227-8677-A613A015B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94C0638-E227-A345-C450-E97849DB3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5200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8D2EB68-CC1B-5D12-8B7E-6476C4823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B901F3AE-964D-51C0-50BF-BA657D6770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20494" y="8050077"/>
            <a:ext cx="18053963" cy="19187185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2F01041B-596B-C0AA-7349-CBE348681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505456" y="8050077"/>
            <a:ext cx="18053963" cy="19187185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E36A2D5A-609C-933E-931B-F64648BC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AA856E68-B42D-C1D6-71BC-ACA75456A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AE6FBFBE-EAA5-1F94-CD91-A25CDFAE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35905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3B31DBD-C64A-318E-BA91-6530ED38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027" y="1610017"/>
            <a:ext cx="36638925" cy="5845058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F49A48E-BC3A-2399-30B2-6EE3C08E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6029" y="7413073"/>
            <a:ext cx="17970993" cy="3633032"/>
          </a:xfrm>
        </p:spPr>
        <p:txBody>
          <a:bodyPr anchor="b"/>
          <a:lstStyle>
            <a:lvl1pPr marL="0" indent="0">
              <a:buNone/>
              <a:defRPr sz="8362" b="1"/>
            </a:lvl1pPr>
            <a:lvl2pPr marL="1592976" indent="0">
              <a:buNone/>
              <a:defRPr sz="6968" b="1"/>
            </a:lvl2pPr>
            <a:lvl3pPr marL="3185952" indent="0">
              <a:buNone/>
              <a:defRPr sz="6272" b="1"/>
            </a:lvl3pPr>
            <a:lvl4pPr marL="4778929" indent="0">
              <a:buNone/>
              <a:defRPr sz="5575" b="1"/>
            </a:lvl4pPr>
            <a:lvl5pPr marL="6371905" indent="0">
              <a:buNone/>
              <a:defRPr sz="5575" b="1"/>
            </a:lvl5pPr>
            <a:lvl6pPr marL="7964881" indent="0">
              <a:buNone/>
              <a:defRPr sz="5575" b="1"/>
            </a:lvl6pPr>
            <a:lvl7pPr marL="9557857" indent="0">
              <a:buNone/>
              <a:defRPr sz="5575" b="1"/>
            </a:lvl7pPr>
            <a:lvl8pPr marL="11150834" indent="0">
              <a:buNone/>
              <a:defRPr sz="5575" b="1"/>
            </a:lvl8pPr>
            <a:lvl9pPr marL="12743810" indent="0">
              <a:buNone/>
              <a:defRPr sz="5575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32D7A084-8AFF-C536-EAB5-DAA48384D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26029" y="11046105"/>
            <a:ext cx="17970993" cy="16247157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6622B60B-1ACB-02CC-9DE5-083B0B1B5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505456" y="7413073"/>
            <a:ext cx="18059496" cy="3633032"/>
          </a:xfrm>
        </p:spPr>
        <p:txBody>
          <a:bodyPr anchor="b"/>
          <a:lstStyle>
            <a:lvl1pPr marL="0" indent="0">
              <a:buNone/>
              <a:defRPr sz="8362" b="1"/>
            </a:lvl1pPr>
            <a:lvl2pPr marL="1592976" indent="0">
              <a:buNone/>
              <a:defRPr sz="6968" b="1"/>
            </a:lvl2pPr>
            <a:lvl3pPr marL="3185952" indent="0">
              <a:buNone/>
              <a:defRPr sz="6272" b="1"/>
            </a:lvl3pPr>
            <a:lvl4pPr marL="4778929" indent="0">
              <a:buNone/>
              <a:defRPr sz="5575" b="1"/>
            </a:lvl4pPr>
            <a:lvl5pPr marL="6371905" indent="0">
              <a:buNone/>
              <a:defRPr sz="5575" b="1"/>
            </a:lvl5pPr>
            <a:lvl6pPr marL="7964881" indent="0">
              <a:buNone/>
              <a:defRPr sz="5575" b="1"/>
            </a:lvl6pPr>
            <a:lvl7pPr marL="9557857" indent="0">
              <a:buNone/>
              <a:defRPr sz="5575" b="1"/>
            </a:lvl7pPr>
            <a:lvl8pPr marL="11150834" indent="0">
              <a:buNone/>
              <a:defRPr sz="5575" b="1"/>
            </a:lvl8pPr>
            <a:lvl9pPr marL="12743810" indent="0">
              <a:buNone/>
              <a:defRPr sz="5575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A2739FD9-1199-3C56-1F42-86FAE8FDE5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1505456" y="11046105"/>
            <a:ext cx="18059496" cy="16247157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69CF0C34-6411-0B91-9934-7AF6D872A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A79CB2A8-3008-B63F-F2A2-7E01AFA79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F3D1E682-7F20-4FF7-22D8-F67011634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29386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D1600B7-0334-76AE-8B30-6AF25C48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FDF898A1-136B-FD0A-C5F2-6B5BC3B67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97B6936A-8DE7-8CA8-391A-8D9698F96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48719FF1-85DF-C73D-5173-1CA1418F3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73835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09D41DD8-DD3B-CDA0-5AD2-E2B4748DD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B84ACF9D-5298-C04F-185E-0C80EC449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0D93E650-1F1A-13C0-6D72-2F7CE4225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708712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EA11BA5-28EE-DA67-2665-B2E4390F8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029" y="2016019"/>
            <a:ext cx="13700876" cy="7056067"/>
          </a:xfrm>
        </p:spPr>
        <p:txBody>
          <a:bodyPr anchor="b"/>
          <a:lstStyle>
            <a:lvl1pPr>
              <a:defRPr sz="11149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68B0036-6900-79CB-4C21-569281F7E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59496" y="4354044"/>
            <a:ext cx="21505456" cy="21490205"/>
          </a:xfrm>
        </p:spPr>
        <p:txBody>
          <a:bodyPr/>
          <a:lstStyle>
            <a:lvl1pPr>
              <a:defRPr sz="11149"/>
            </a:lvl1pPr>
            <a:lvl2pPr>
              <a:defRPr sz="9756"/>
            </a:lvl2pPr>
            <a:lvl3pPr>
              <a:defRPr sz="8362"/>
            </a:lvl3pPr>
            <a:lvl4pPr>
              <a:defRPr sz="6968"/>
            </a:lvl4pPr>
            <a:lvl5pPr>
              <a:defRPr sz="6968"/>
            </a:lvl5pPr>
            <a:lvl6pPr>
              <a:defRPr sz="6968"/>
            </a:lvl6pPr>
            <a:lvl7pPr>
              <a:defRPr sz="6968"/>
            </a:lvl7pPr>
            <a:lvl8pPr>
              <a:defRPr sz="6968"/>
            </a:lvl8pPr>
            <a:lvl9pPr>
              <a:defRPr sz="6968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2621C793-DE49-50EB-A402-B1792D571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26029" y="9072087"/>
            <a:ext cx="13700876" cy="16807162"/>
          </a:xfrm>
        </p:spPr>
        <p:txBody>
          <a:bodyPr/>
          <a:lstStyle>
            <a:lvl1pPr marL="0" indent="0">
              <a:buNone/>
              <a:defRPr sz="5575"/>
            </a:lvl1pPr>
            <a:lvl2pPr marL="1592976" indent="0">
              <a:buNone/>
              <a:defRPr sz="4878"/>
            </a:lvl2pPr>
            <a:lvl3pPr marL="3185952" indent="0">
              <a:buNone/>
              <a:defRPr sz="4181"/>
            </a:lvl3pPr>
            <a:lvl4pPr marL="4778929" indent="0">
              <a:buNone/>
              <a:defRPr sz="3484"/>
            </a:lvl4pPr>
            <a:lvl5pPr marL="6371905" indent="0">
              <a:buNone/>
              <a:defRPr sz="3484"/>
            </a:lvl5pPr>
            <a:lvl6pPr marL="7964881" indent="0">
              <a:buNone/>
              <a:defRPr sz="3484"/>
            </a:lvl6pPr>
            <a:lvl7pPr marL="9557857" indent="0">
              <a:buNone/>
              <a:defRPr sz="3484"/>
            </a:lvl7pPr>
            <a:lvl8pPr marL="11150834" indent="0">
              <a:buNone/>
              <a:defRPr sz="3484"/>
            </a:lvl8pPr>
            <a:lvl9pPr marL="12743810" indent="0">
              <a:buNone/>
              <a:defRPr sz="3484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CDDA77E0-1436-5A7E-D992-2D88E345E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89360AB7-59E4-A4D0-C7CE-37FC49D60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1165F9E5-C07F-7E3A-7838-95FFA4FB9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291003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D2B1925-35A9-A94D-2D2C-8566584BE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029" y="2016019"/>
            <a:ext cx="13700876" cy="7056067"/>
          </a:xfrm>
        </p:spPr>
        <p:txBody>
          <a:bodyPr anchor="b"/>
          <a:lstStyle>
            <a:lvl1pPr>
              <a:defRPr sz="11149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2A826D86-EF26-B50B-91E0-3A02EECBFA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8059496" y="4354044"/>
            <a:ext cx="21505456" cy="21490205"/>
          </a:xfrm>
        </p:spPr>
        <p:txBody>
          <a:bodyPr/>
          <a:lstStyle>
            <a:lvl1pPr marL="0" indent="0">
              <a:buNone/>
              <a:defRPr sz="11149"/>
            </a:lvl1pPr>
            <a:lvl2pPr marL="1592976" indent="0">
              <a:buNone/>
              <a:defRPr sz="9756"/>
            </a:lvl2pPr>
            <a:lvl3pPr marL="3185952" indent="0">
              <a:buNone/>
              <a:defRPr sz="8362"/>
            </a:lvl3pPr>
            <a:lvl4pPr marL="4778929" indent="0">
              <a:buNone/>
              <a:defRPr sz="6968"/>
            </a:lvl4pPr>
            <a:lvl5pPr marL="6371905" indent="0">
              <a:buNone/>
              <a:defRPr sz="6968"/>
            </a:lvl5pPr>
            <a:lvl6pPr marL="7964881" indent="0">
              <a:buNone/>
              <a:defRPr sz="6968"/>
            </a:lvl6pPr>
            <a:lvl7pPr marL="9557857" indent="0">
              <a:buNone/>
              <a:defRPr sz="6968"/>
            </a:lvl7pPr>
            <a:lvl8pPr marL="11150834" indent="0">
              <a:buNone/>
              <a:defRPr sz="6968"/>
            </a:lvl8pPr>
            <a:lvl9pPr marL="12743810" indent="0">
              <a:buNone/>
              <a:defRPr sz="6968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2F4E0365-7300-92E6-2F66-C45CBCAE1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26029" y="9072087"/>
            <a:ext cx="13700876" cy="16807162"/>
          </a:xfrm>
        </p:spPr>
        <p:txBody>
          <a:bodyPr/>
          <a:lstStyle>
            <a:lvl1pPr marL="0" indent="0">
              <a:buNone/>
              <a:defRPr sz="5575"/>
            </a:lvl1pPr>
            <a:lvl2pPr marL="1592976" indent="0">
              <a:buNone/>
              <a:defRPr sz="4878"/>
            </a:lvl2pPr>
            <a:lvl3pPr marL="3185952" indent="0">
              <a:buNone/>
              <a:defRPr sz="4181"/>
            </a:lvl3pPr>
            <a:lvl4pPr marL="4778929" indent="0">
              <a:buNone/>
              <a:defRPr sz="3484"/>
            </a:lvl4pPr>
            <a:lvl5pPr marL="6371905" indent="0">
              <a:buNone/>
              <a:defRPr sz="3484"/>
            </a:lvl5pPr>
            <a:lvl6pPr marL="7964881" indent="0">
              <a:buNone/>
              <a:defRPr sz="3484"/>
            </a:lvl6pPr>
            <a:lvl7pPr marL="9557857" indent="0">
              <a:buNone/>
              <a:defRPr sz="3484"/>
            </a:lvl7pPr>
            <a:lvl8pPr marL="11150834" indent="0">
              <a:buNone/>
              <a:defRPr sz="3484"/>
            </a:lvl8pPr>
            <a:lvl9pPr marL="12743810" indent="0">
              <a:buNone/>
              <a:defRPr sz="3484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110A932E-9987-F67B-F8DF-41BE51D45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55301050-EE5E-7987-F75E-14B3A21A5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0D64AFD5-976D-BC75-25CA-96ECEB525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92205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C13F39C-D078-0410-A295-F34D898CE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40D2C2C6-118C-D5DE-B5EC-FDE2FB16A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C21F278-DD89-0D0B-E1A4-3BA1EE199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07F5609B-6DE9-127F-722E-F75262273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914CF663-7A08-2DAB-2679-2BBDB202C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303501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34718559-9151-1717-4CD1-C6696D6D6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0399688" y="1610015"/>
            <a:ext cx="9159731" cy="25627246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92140A7C-F529-1CCA-19A8-6A743A94C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920494" y="1610015"/>
            <a:ext cx="26948195" cy="25627246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A55B488-57A8-957F-5FA2-88718DC97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EEEEB4F-039B-D45C-12C0-07884772E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4E6E5091-1A12-B929-218C-5ACF37972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28375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>
            <a:spLocks noGrp="1"/>
          </p:cNvSpPr>
          <p:nvPr>
            <p:ph type="title"/>
          </p:nvPr>
        </p:nvSpPr>
        <p:spPr>
          <a:xfrm>
            <a:off x="8864735" y="1211013"/>
            <a:ext cx="31439563" cy="5040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5" name="Google Shape;45;p3"/>
          <p:cNvSpPr txBox="1">
            <a:spLocks noGrp="1"/>
          </p:cNvSpPr>
          <p:nvPr>
            <p:ph type="body" idx="1"/>
          </p:nvPr>
        </p:nvSpPr>
        <p:spPr>
          <a:xfrm>
            <a:off x="8864734" y="7056069"/>
            <a:ext cx="31491186" cy="19957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3"/>
          <p:cNvSpPr txBox="1">
            <a:spLocks noGrp="1"/>
          </p:cNvSpPr>
          <p:nvPr>
            <p:ph type="dt" idx="10"/>
          </p:nvPr>
        </p:nvSpPr>
        <p:spPr>
          <a:xfrm>
            <a:off x="2123996" y="28455276"/>
            <a:ext cx="9911980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ftr" idx="11"/>
          </p:nvPr>
        </p:nvSpPr>
        <p:spPr>
          <a:xfrm>
            <a:off x="14513971" y="28455276"/>
            <a:ext cx="13451972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30443938" y="28455276"/>
            <a:ext cx="9911980" cy="118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ED30F3EF-3180-FF25-B764-328BEEEFD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0494" y="1610017"/>
            <a:ext cx="36638925" cy="5845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5941936-4230-1846-7FD1-C98D7EB20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0494" y="8050077"/>
            <a:ext cx="36638925" cy="19187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B79E422C-3709-EA45-FA61-845D3841B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20494" y="28028269"/>
            <a:ext cx="9557980" cy="1610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5FFD725-73B5-C6C1-F7F3-FBF48D34F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071471" y="28028269"/>
            <a:ext cx="14336971" cy="1610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6F9B21F-C7E1-F7C7-EAAC-6F5097294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001439" y="28028269"/>
            <a:ext cx="9557980" cy="1610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45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lvl1pPr algn="l" defTabSz="3185952" rtl="0" eaLnBrk="1" latinLnBrk="0" hangingPunct="1">
        <a:lnSpc>
          <a:spcPct val="90000"/>
        </a:lnSpc>
        <a:spcBef>
          <a:spcPct val="0"/>
        </a:spcBef>
        <a:buNone/>
        <a:defRPr sz="153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96488" indent="-796488" algn="l" defTabSz="3185952" rtl="0" eaLnBrk="1" latinLnBrk="0" hangingPunct="1">
        <a:lnSpc>
          <a:spcPct val="90000"/>
        </a:lnSpc>
        <a:spcBef>
          <a:spcPts val="3484"/>
        </a:spcBef>
        <a:buFont typeface="Arial" panose="020B0604020202020204" pitchFamily="34" charset="0"/>
        <a:buChar char="•"/>
        <a:defRPr sz="9756" kern="1200">
          <a:solidFill>
            <a:schemeClr val="tx1"/>
          </a:solidFill>
          <a:latin typeface="+mn-lt"/>
          <a:ea typeface="+mn-ea"/>
          <a:cs typeface="+mn-cs"/>
        </a:defRPr>
      </a:lvl1pPr>
      <a:lvl2pPr marL="2389464" indent="-796488" algn="l" defTabSz="3185952" rtl="0" eaLnBrk="1" latinLnBrk="0" hangingPunct="1">
        <a:lnSpc>
          <a:spcPct val="90000"/>
        </a:lnSpc>
        <a:spcBef>
          <a:spcPts val="1742"/>
        </a:spcBef>
        <a:buFont typeface="Arial" panose="020B0604020202020204" pitchFamily="34" charset="0"/>
        <a:buChar char="•"/>
        <a:defRPr sz="8362" kern="1200">
          <a:solidFill>
            <a:schemeClr val="tx1"/>
          </a:solidFill>
          <a:latin typeface="+mn-lt"/>
          <a:ea typeface="+mn-ea"/>
          <a:cs typeface="+mn-cs"/>
        </a:defRPr>
      </a:lvl2pPr>
      <a:lvl3pPr marL="3982441" indent="-796488" algn="l" defTabSz="3185952" rtl="0" eaLnBrk="1" latinLnBrk="0" hangingPunct="1">
        <a:lnSpc>
          <a:spcPct val="90000"/>
        </a:lnSpc>
        <a:spcBef>
          <a:spcPts val="1742"/>
        </a:spcBef>
        <a:buFont typeface="Arial" panose="020B0604020202020204" pitchFamily="34" charset="0"/>
        <a:buChar char="•"/>
        <a:defRPr sz="6968" kern="1200">
          <a:solidFill>
            <a:schemeClr val="tx1"/>
          </a:solidFill>
          <a:latin typeface="+mn-lt"/>
          <a:ea typeface="+mn-ea"/>
          <a:cs typeface="+mn-cs"/>
        </a:defRPr>
      </a:lvl3pPr>
      <a:lvl4pPr marL="5575417" indent="-796488" algn="l" defTabSz="3185952" rtl="0" eaLnBrk="1" latinLnBrk="0" hangingPunct="1">
        <a:lnSpc>
          <a:spcPct val="90000"/>
        </a:lnSpc>
        <a:spcBef>
          <a:spcPts val="1742"/>
        </a:spcBef>
        <a:buFont typeface="Arial" panose="020B0604020202020204" pitchFamily="34" charset="0"/>
        <a:buChar char="•"/>
        <a:defRPr sz="6272" kern="1200">
          <a:solidFill>
            <a:schemeClr val="tx1"/>
          </a:solidFill>
          <a:latin typeface="+mn-lt"/>
          <a:ea typeface="+mn-ea"/>
          <a:cs typeface="+mn-cs"/>
        </a:defRPr>
      </a:lvl4pPr>
      <a:lvl5pPr marL="7168393" indent="-796488" algn="l" defTabSz="3185952" rtl="0" eaLnBrk="1" latinLnBrk="0" hangingPunct="1">
        <a:lnSpc>
          <a:spcPct val="90000"/>
        </a:lnSpc>
        <a:spcBef>
          <a:spcPts val="1742"/>
        </a:spcBef>
        <a:buFont typeface="Arial" panose="020B0604020202020204" pitchFamily="34" charset="0"/>
        <a:buChar char="•"/>
        <a:defRPr sz="6272" kern="1200">
          <a:solidFill>
            <a:schemeClr val="tx1"/>
          </a:solidFill>
          <a:latin typeface="+mn-lt"/>
          <a:ea typeface="+mn-ea"/>
          <a:cs typeface="+mn-cs"/>
        </a:defRPr>
      </a:lvl5pPr>
      <a:lvl6pPr marL="8761369" indent="-796488" algn="l" defTabSz="3185952" rtl="0" eaLnBrk="1" latinLnBrk="0" hangingPunct="1">
        <a:lnSpc>
          <a:spcPct val="90000"/>
        </a:lnSpc>
        <a:spcBef>
          <a:spcPts val="1742"/>
        </a:spcBef>
        <a:buFont typeface="Arial" panose="020B0604020202020204" pitchFamily="34" charset="0"/>
        <a:buChar char="•"/>
        <a:defRPr sz="6272" kern="1200">
          <a:solidFill>
            <a:schemeClr val="tx1"/>
          </a:solidFill>
          <a:latin typeface="+mn-lt"/>
          <a:ea typeface="+mn-ea"/>
          <a:cs typeface="+mn-cs"/>
        </a:defRPr>
      </a:lvl6pPr>
      <a:lvl7pPr marL="10354346" indent="-796488" algn="l" defTabSz="3185952" rtl="0" eaLnBrk="1" latinLnBrk="0" hangingPunct="1">
        <a:lnSpc>
          <a:spcPct val="90000"/>
        </a:lnSpc>
        <a:spcBef>
          <a:spcPts val="1742"/>
        </a:spcBef>
        <a:buFont typeface="Arial" panose="020B0604020202020204" pitchFamily="34" charset="0"/>
        <a:buChar char="•"/>
        <a:defRPr sz="6272" kern="1200">
          <a:solidFill>
            <a:schemeClr val="tx1"/>
          </a:solidFill>
          <a:latin typeface="+mn-lt"/>
          <a:ea typeface="+mn-ea"/>
          <a:cs typeface="+mn-cs"/>
        </a:defRPr>
      </a:lvl7pPr>
      <a:lvl8pPr marL="11947322" indent="-796488" algn="l" defTabSz="3185952" rtl="0" eaLnBrk="1" latinLnBrk="0" hangingPunct="1">
        <a:lnSpc>
          <a:spcPct val="90000"/>
        </a:lnSpc>
        <a:spcBef>
          <a:spcPts val="1742"/>
        </a:spcBef>
        <a:buFont typeface="Arial" panose="020B0604020202020204" pitchFamily="34" charset="0"/>
        <a:buChar char="•"/>
        <a:defRPr sz="6272" kern="1200">
          <a:solidFill>
            <a:schemeClr val="tx1"/>
          </a:solidFill>
          <a:latin typeface="+mn-lt"/>
          <a:ea typeface="+mn-ea"/>
          <a:cs typeface="+mn-cs"/>
        </a:defRPr>
      </a:lvl8pPr>
      <a:lvl9pPr marL="13540298" indent="-796488" algn="l" defTabSz="3185952" rtl="0" eaLnBrk="1" latinLnBrk="0" hangingPunct="1">
        <a:lnSpc>
          <a:spcPct val="90000"/>
        </a:lnSpc>
        <a:spcBef>
          <a:spcPts val="1742"/>
        </a:spcBef>
        <a:buFont typeface="Arial" panose="020B0604020202020204" pitchFamily="34" charset="0"/>
        <a:buChar char="•"/>
        <a:defRPr sz="62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85952" rtl="0" eaLnBrk="1" latinLnBrk="0" hangingPunct="1">
        <a:defRPr sz="6272" kern="1200">
          <a:solidFill>
            <a:schemeClr val="tx1"/>
          </a:solidFill>
          <a:latin typeface="+mn-lt"/>
          <a:ea typeface="+mn-ea"/>
          <a:cs typeface="+mn-cs"/>
        </a:defRPr>
      </a:lvl1pPr>
      <a:lvl2pPr marL="1592976" algn="l" defTabSz="3185952" rtl="0" eaLnBrk="1" latinLnBrk="0" hangingPunct="1">
        <a:defRPr sz="6272" kern="1200">
          <a:solidFill>
            <a:schemeClr val="tx1"/>
          </a:solidFill>
          <a:latin typeface="+mn-lt"/>
          <a:ea typeface="+mn-ea"/>
          <a:cs typeface="+mn-cs"/>
        </a:defRPr>
      </a:lvl2pPr>
      <a:lvl3pPr marL="3185952" algn="l" defTabSz="3185952" rtl="0" eaLnBrk="1" latinLnBrk="0" hangingPunct="1">
        <a:defRPr sz="6272" kern="1200">
          <a:solidFill>
            <a:schemeClr val="tx1"/>
          </a:solidFill>
          <a:latin typeface="+mn-lt"/>
          <a:ea typeface="+mn-ea"/>
          <a:cs typeface="+mn-cs"/>
        </a:defRPr>
      </a:lvl3pPr>
      <a:lvl4pPr marL="4778929" algn="l" defTabSz="3185952" rtl="0" eaLnBrk="1" latinLnBrk="0" hangingPunct="1">
        <a:defRPr sz="6272" kern="1200">
          <a:solidFill>
            <a:schemeClr val="tx1"/>
          </a:solidFill>
          <a:latin typeface="+mn-lt"/>
          <a:ea typeface="+mn-ea"/>
          <a:cs typeface="+mn-cs"/>
        </a:defRPr>
      </a:lvl4pPr>
      <a:lvl5pPr marL="6371905" algn="l" defTabSz="3185952" rtl="0" eaLnBrk="1" latinLnBrk="0" hangingPunct="1">
        <a:defRPr sz="6272" kern="1200">
          <a:solidFill>
            <a:schemeClr val="tx1"/>
          </a:solidFill>
          <a:latin typeface="+mn-lt"/>
          <a:ea typeface="+mn-ea"/>
          <a:cs typeface="+mn-cs"/>
        </a:defRPr>
      </a:lvl5pPr>
      <a:lvl6pPr marL="7964881" algn="l" defTabSz="3185952" rtl="0" eaLnBrk="1" latinLnBrk="0" hangingPunct="1">
        <a:defRPr sz="6272" kern="1200">
          <a:solidFill>
            <a:schemeClr val="tx1"/>
          </a:solidFill>
          <a:latin typeface="+mn-lt"/>
          <a:ea typeface="+mn-ea"/>
          <a:cs typeface="+mn-cs"/>
        </a:defRPr>
      </a:lvl6pPr>
      <a:lvl7pPr marL="9557857" algn="l" defTabSz="3185952" rtl="0" eaLnBrk="1" latinLnBrk="0" hangingPunct="1">
        <a:defRPr sz="6272" kern="1200">
          <a:solidFill>
            <a:schemeClr val="tx1"/>
          </a:solidFill>
          <a:latin typeface="+mn-lt"/>
          <a:ea typeface="+mn-ea"/>
          <a:cs typeface="+mn-cs"/>
        </a:defRPr>
      </a:lvl7pPr>
      <a:lvl8pPr marL="11150834" algn="l" defTabSz="3185952" rtl="0" eaLnBrk="1" latinLnBrk="0" hangingPunct="1">
        <a:defRPr sz="6272" kern="1200">
          <a:solidFill>
            <a:schemeClr val="tx1"/>
          </a:solidFill>
          <a:latin typeface="+mn-lt"/>
          <a:ea typeface="+mn-ea"/>
          <a:cs typeface="+mn-cs"/>
        </a:defRPr>
      </a:lvl8pPr>
      <a:lvl9pPr marL="12743810" algn="l" defTabSz="3185952" rtl="0" eaLnBrk="1" latinLnBrk="0" hangingPunct="1">
        <a:defRPr sz="62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5" Type="http://schemas.openxmlformats.org/officeDocument/2006/relationships/image" Target="../media/image1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8;p15">
            <a:extLst>
              <a:ext uri="{FF2B5EF4-FFF2-40B4-BE49-F238E27FC236}">
                <a16:creationId xmlns:a16="http://schemas.microsoft.com/office/drawing/2014/main" id="{21D72692-953C-D087-E480-D89A26521288}"/>
              </a:ext>
            </a:extLst>
          </p:cNvPr>
          <p:cNvSpPr/>
          <p:nvPr/>
        </p:nvSpPr>
        <p:spPr>
          <a:xfrm>
            <a:off x="13333877" y="5702370"/>
            <a:ext cx="11979438" cy="1439529"/>
          </a:xfrm>
          <a:prstGeom prst="roundRect">
            <a:avLst>
              <a:gd name="adj" fmla="val 16667"/>
            </a:avLst>
          </a:prstGeom>
          <a:solidFill>
            <a:srgbClr val="164161"/>
          </a:solidFill>
          <a:ln w="190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</a:pP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III. System Architecture</a:t>
            </a:r>
            <a:endParaRPr lang="en-US" sz="7200" dirty="0"/>
          </a:p>
        </p:txBody>
      </p:sp>
      <p:grpSp>
        <p:nvGrpSpPr>
          <p:cNvPr id="122" name="Google Shape;122;p15"/>
          <p:cNvGrpSpPr/>
          <p:nvPr/>
        </p:nvGrpSpPr>
        <p:grpSpPr>
          <a:xfrm>
            <a:off x="418211" y="5697282"/>
            <a:ext cx="6560531" cy="1439529"/>
            <a:chOff x="0" y="0"/>
            <a:chExt cx="4572000" cy="711360"/>
          </a:xfrm>
        </p:grpSpPr>
        <p:sp>
          <p:nvSpPr>
            <p:cNvPr id="123" name="Google Shape;123;p15"/>
            <p:cNvSpPr/>
            <p:nvPr/>
          </p:nvSpPr>
          <p:spPr>
            <a:xfrm>
              <a:off x="0" y="0"/>
              <a:ext cx="4572000" cy="711360"/>
            </a:xfrm>
            <a:prstGeom prst="roundRect">
              <a:avLst>
                <a:gd name="adj" fmla="val 16667"/>
              </a:avLst>
            </a:prstGeom>
            <a:solidFill>
              <a:srgbClr val="164161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/>
            <p:cNvSpPr txBox="1"/>
            <p:nvPr/>
          </p:nvSpPr>
          <p:spPr>
            <a:xfrm>
              <a:off x="92806" y="48843"/>
              <a:ext cx="4349976" cy="641907"/>
            </a:xfrm>
            <a:prstGeom prst="rect">
              <a:avLst/>
            </a:prstGeom>
            <a:solidFill>
              <a:srgbClr val="164161"/>
            </a:solidFill>
            <a:ln>
              <a:noFill/>
            </a:ln>
          </p:spPr>
          <p:txBody>
            <a:bodyPr spcFirstLastPara="1" wrap="square" lIns="200300" tIns="200300" rIns="200300" bIns="200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00" b="1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I. Idea</a:t>
              </a:r>
              <a:endParaRPr dirty="0"/>
            </a:p>
          </p:txBody>
        </p:sp>
      </p:grpSp>
      <p:grpSp>
        <p:nvGrpSpPr>
          <p:cNvPr id="125" name="Google Shape;125;p15"/>
          <p:cNvGrpSpPr/>
          <p:nvPr/>
        </p:nvGrpSpPr>
        <p:grpSpPr>
          <a:xfrm>
            <a:off x="418211" y="14993050"/>
            <a:ext cx="7500046" cy="1383994"/>
            <a:chOff x="50836" y="82087"/>
            <a:chExt cx="4571999" cy="711360"/>
          </a:xfrm>
        </p:grpSpPr>
        <p:sp>
          <p:nvSpPr>
            <p:cNvPr id="126" name="Google Shape;126;p15"/>
            <p:cNvSpPr/>
            <p:nvPr/>
          </p:nvSpPr>
          <p:spPr>
            <a:xfrm>
              <a:off x="50836" y="82087"/>
              <a:ext cx="4571999" cy="711360"/>
            </a:xfrm>
            <a:prstGeom prst="roundRect">
              <a:avLst>
                <a:gd name="adj" fmla="val 16667"/>
              </a:avLst>
            </a:prstGeom>
            <a:solidFill>
              <a:srgbClr val="164161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5"/>
            <p:cNvSpPr txBox="1"/>
            <p:nvPr/>
          </p:nvSpPr>
          <p:spPr>
            <a:xfrm>
              <a:off x="85559" y="96757"/>
              <a:ext cx="4502551" cy="651938"/>
            </a:xfrm>
            <a:prstGeom prst="rect">
              <a:avLst/>
            </a:prstGeom>
            <a:solidFill>
              <a:srgbClr val="164161"/>
            </a:solidFill>
            <a:ln>
              <a:noFill/>
            </a:ln>
          </p:spPr>
          <p:txBody>
            <a:bodyPr spcFirstLastPara="1" wrap="square" lIns="200300" tIns="200300" rIns="200300" bIns="200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00" b="1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II. Objectives</a:t>
              </a:r>
              <a:endParaRPr dirty="0"/>
            </a:p>
          </p:txBody>
        </p:sp>
      </p:grpSp>
      <p:sp>
        <p:nvSpPr>
          <p:cNvPr id="136" name="Google Shape;136;p15"/>
          <p:cNvSpPr txBox="1"/>
          <p:nvPr/>
        </p:nvSpPr>
        <p:spPr>
          <a:xfrm>
            <a:off x="3108121" y="1717216"/>
            <a:ext cx="33425700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Project: Duino-Coin Mining System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8000" b="1" i="0" u="none" strike="noStrike" cap="none" dirty="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27128159" y="5552555"/>
            <a:ext cx="5998657" cy="1439529"/>
          </a:xfrm>
          <a:prstGeom prst="roundRect">
            <a:avLst>
              <a:gd name="adj" fmla="val 16667"/>
            </a:avLst>
          </a:prstGeom>
          <a:solidFill>
            <a:srgbClr val="164161"/>
          </a:solidFill>
          <a:ln w="190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 Result</a:t>
            </a:r>
            <a:endParaRPr dirty="0"/>
          </a:p>
        </p:txBody>
      </p:sp>
      <p:sp>
        <p:nvSpPr>
          <p:cNvPr id="140" name="Google Shape;140;p15"/>
          <p:cNvSpPr txBox="1"/>
          <p:nvPr/>
        </p:nvSpPr>
        <p:spPr>
          <a:xfrm>
            <a:off x="26968288" y="7447014"/>
            <a:ext cx="14415803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4800" b="1" dirty="0"/>
              <a:t> 503 H/s average hash rate</a:t>
            </a:r>
          </a:p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4800" b="1" dirty="0"/>
              <a:t> 97.97% accepted shares</a:t>
            </a:r>
          </a:p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4800" b="1" dirty="0"/>
              <a:t> 0.4W ultra-low power</a:t>
            </a:r>
          </a:p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4800" b="1" dirty="0"/>
              <a:t> 99.2% API success rate</a:t>
            </a:r>
          </a:p>
        </p:txBody>
      </p:sp>
      <p:sp>
        <p:nvSpPr>
          <p:cNvPr id="142" name="Google Shape;142;p15"/>
          <p:cNvSpPr/>
          <p:nvPr/>
        </p:nvSpPr>
        <p:spPr>
          <a:xfrm>
            <a:off x="27252972" y="20708630"/>
            <a:ext cx="8210297" cy="1412190"/>
          </a:xfrm>
          <a:prstGeom prst="roundRect">
            <a:avLst>
              <a:gd name="adj" fmla="val 16667"/>
            </a:avLst>
          </a:prstGeom>
          <a:solidFill>
            <a:srgbClr val="164161"/>
          </a:solidFill>
          <a:ln w="190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VI. Innovation</a:t>
            </a:r>
            <a:endParaRPr dirty="0"/>
          </a:p>
        </p:txBody>
      </p:sp>
      <p:sp>
        <p:nvSpPr>
          <p:cNvPr id="11" name="Google Shape;138;p15">
            <a:extLst>
              <a:ext uri="{FF2B5EF4-FFF2-40B4-BE49-F238E27FC236}">
                <a16:creationId xmlns:a16="http://schemas.microsoft.com/office/drawing/2014/main" id="{91D412BD-6EAE-0A35-12D4-6916131700B3}"/>
              </a:ext>
            </a:extLst>
          </p:cNvPr>
          <p:cNvSpPr/>
          <p:nvPr/>
        </p:nvSpPr>
        <p:spPr>
          <a:xfrm>
            <a:off x="13216486" y="14739551"/>
            <a:ext cx="9312762" cy="1574227"/>
          </a:xfrm>
          <a:prstGeom prst="roundRect">
            <a:avLst>
              <a:gd name="adj" fmla="val 16667"/>
            </a:avLst>
          </a:prstGeom>
          <a:solidFill>
            <a:srgbClr val="164161"/>
          </a:solidFill>
          <a:ln w="190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IV. Components</a:t>
            </a:r>
            <a:endParaRPr dirty="0"/>
          </a:p>
        </p:txBody>
      </p:sp>
      <p:sp>
        <p:nvSpPr>
          <p:cNvPr id="33" name="Hộp Văn bản 32">
            <a:extLst>
              <a:ext uri="{FF2B5EF4-FFF2-40B4-BE49-F238E27FC236}">
                <a16:creationId xmlns:a16="http://schemas.microsoft.com/office/drawing/2014/main" id="{4AEB40C4-BB13-A238-E7F0-088353F2EC9A}"/>
              </a:ext>
            </a:extLst>
          </p:cNvPr>
          <p:cNvSpPr txBox="1"/>
          <p:nvPr/>
        </p:nvSpPr>
        <p:spPr>
          <a:xfrm>
            <a:off x="418211" y="7193944"/>
            <a:ext cx="10059415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4800" b="1" dirty="0"/>
              <a:t>Low-cost educational cryptocurrency miner. </a:t>
            </a:r>
          </a:p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4800" b="1" dirty="0"/>
              <a:t>ESP32 performs SHA-1 mining.</a:t>
            </a:r>
          </a:p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4800" b="1" dirty="0"/>
              <a:t>Mobile app monitors wallet, balance, exchange rate</a:t>
            </a:r>
          </a:p>
          <a:p>
            <a:pPr marL="685800" indent="-685800">
              <a:buFont typeface="Wingdings" panose="05000000000000000000" pitchFamily="2" charset="2"/>
              <a:buChar char="q"/>
            </a:pPr>
            <a:endParaRPr lang="en-US" sz="4900" dirty="0"/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DD2001A2-451E-7077-89FB-19656BE5F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211" y="16864342"/>
            <a:ext cx="12438139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4800" b="1" dirty="0"/>
              <a:t>Build fully functional ESP32 DUCO miner.</a:t>
            </a:r>
          </a:p>
          <a:p>
            <a:endParaRPr lang="en-US" sz="4800" b="1" dirty="0"/>
          </a:p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4800" b="1" dirty="0"/>
              <a:t>Develop App Inventor monitoring app.</a:t>
            </a:r>
          </a:p>
          <a:p>
            <a:endParaRPr lang="en-US" sz="4800" b="1" dirty="0"/>
          </a:p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4800" b="1" dirty="0"/>
              <a:t>Evaluate performance, power, and stability.</a:t>
            </a:r>
          </a:p>
        </p:txBody>
      </p:sp>
      <p:pic>
        <p:nvPicPr>
          <p:cNvPr id="58" name="Hình ảnh 57">
            <a:extLst>
              <a:ext uri="{FF2B5EF4-FFF2-40B4-BE49-F238E27FC236}">
                <a16:creationId xmlns:a16="http://schemas.microsoft.com/office/drawing/2014/main" id="{86A2C907-F3E8-ED81-D9D4-CCB0D4995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5196" y="27865755"/>
            <a:ext cx="981212" cy="1314633"/>
          </a:xfrm>
          <a:prstGeom prst="rect">
            <a:avLst/>
          </a:prstGeom>
        </p:spPr>
      </p:pic>
      <p:sp>
        <p:nvSpPr>
          <p:cNvPr id="63" name="Hộp Văn bản 62">
            <a:extLst>
              <a:ext uri="{FF2B5EF4-FFF2-40B4-BE49-F238E27FC236}">
                <a16:creationId xmlns:a16="http://schemas.microsoft.com/office/drawing/2014/main" id="{49D73DEF-1ECF-1A5F-AD9E-E34F345C1271}"/>
              </a:ext>
            </a:extLst>
          </p:cNvPr>
          <p:cNvSpPr txBox="1"/>
          <p:nvPr/>
        </p:nvSpPr>
        <p:spPr>
          <a:xfrm>
            <a:off x="13216487" y="16740801"/>
            <a:ext cx="1057164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4800" b="1" dirty="0"/>
              <a:t>ESP32-WROOM-32</a:t>
            </a:r>
          </a:p>
          <a:p>
            <a:endParaRPr lang="en-US" sz="4800" b="1" dirty="0"/>
          </a:p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4800" b="1" dirty="0" err="1"/>
              <a:t>WiFi</a:t>
            </a:r>
            <a:r>
              <a:rPr lang="en-US" sz="4800" b="1" dirty="0"/>
              <a:t> TCP mining engine</a:t>
            </a:r>
          </a:p>
          <a:p>
            <a:endParaRPr lang="en-US" sz="4800" b="1" dirty="0"/>
          </a:p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4800" b="1" dirty="0"/>
              <a:t>DUCO REST API interface</a:t>
            </a:r>
          </a:p>
          <a:p>
            <a:endParaRPr lang="en-US" sz="4800" b="1" dirty="0"/>
          </a:p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4800" b="1" dirty="0"/>
              <a:t>Android App (App Inventor 2)</a:t>
            </a:r>
          </a:p>
        </p:txBody>
      </p:sp>
      <p:sp>
        <p:nvSpPr>
          <p:cNvPr id="64" name="Hộp Văn bản 63">
            <a:extLst>
              <a:ext uri="{FF2B5EF4-FFF2-40B4-BE49-F238E27FC236}">
                <a16:creationId xmlns:a16="http://schemas.microsoft.com/office/drawing/2014/main" id="{A95E1151-3045-843D-682F-00D69BC95642}"/>
              </a:ext>
            </a:extLst>
          </p:cNvPr>
          <p:cNvSpPr txBox="1"/>
          <p:nvPr/>
        </p:nvSpPr>
        <p:spPr>
          <a:xfrm>
            <a:off x="15182180" y="3751634"/>
            <a:ext cx="9890868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900" b="1" dirty="0"/>
              <a:t>Author: Thanh Tung</a:t>
            </a:r>
            <a:endParaRPr lang="en-US" sz="4900" dirty="0"/>
          </a:p>
        </p:txBody>
      </p:sp>
      <p:sp>
        <p:nvSpPr>
          <p:cNvPr id="67" name="Rectangle 17">
            <a:extLst>
              <a:ext uri="{FF2B5EF4-FFF2-40B4-BE49-F238E27FC236}">
                <a16:creationId xmlns:a16="http://schemas.microsoft.com/office/drawing/2014/main" id="{84A53074-BAF9-160C-BBA1-B18EF7748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2972" y="22602776"/>
            <a:ext cx="13317182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914400" lvl="0" indent="-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sz="4800" b="1" dirty="0"/>
              <a:t>Educational blockchain system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4800" b="1" dirty="0"/>
          </a:p>
          <a:p>
            <a:pPr marL="914400" lvl="0" indent="-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sz="4800" b="1" dirty="0"/>
              <a:t>Extremely low energy mining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4800" b="1" dirty="0"/>
          </a:p>
          <a:p>
            <a:pPr marL="914400" lvl="0" indent="-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sz="4800" b="1" dirty="0"/>
              <a:t>App-based monitoring &amp; automation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4800" b="1" dirty="0"/>
          </a:p>
          <a:p>
            <a:pPr marL="914400" lvl="0" indent="-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sz="4800" b="1" dirty="0"/>
              <a:t>Expandable for multi-miner management</a:t>
            </a:r>
            <a:endParaRPr kumimoji="0" lang="en-US" altLang="en-US" sz="4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Hình ảnh 5" descr="Ảnh có chứa văn bản, ảnh chụp màn hình, đồ điện tử, mạch điện&#10;&#10;Nội dung do AI tạo ra có thể không chính xác.">
            <a:extLst>
              <a:ext uri="{FF2B5EF4-FFF2-40B4-BE49-F238E27FC236}">
                <a16:creationId xmlns:a16="http://schemas.microsoft.com/office/drawing/2014/main" id="{37E43698-3C47-AB8E-E585-2C9B6D55E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307" y="11335652"/>
            <a:ext cx="5289862" cy="2755491"/>
          </a:xfrm>
          <a:prstGeom prst="rect">
            <a:avLst/>
          </a:prstGeom>
        </p:spPr>
      </p:pic>
      <p:pic>
        <p:nvPicPr>
          <p:cNvPr id="8" name="Hình ảnh 7" descr="Ảnh có chứa Linh kiện điện, Thành phần mạch điện, Kỹ thuật điện, Cấu phần mạch bị động&#10;&#10;Nội dung do AI tạo ra có thể không chính xác.">
            <a:extLst>
              <a:ext uri="{FF2B5EF4-FFF2-40B4-BE49-F238E27FC236}">
                <a16:creationId xmlns:a16="http://schemas.microsoft.com/office/drawing/2014/main" id="{F45990C8-743E-A4ED-202E-2B39ECBFEB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8557" y="11399499"/>
            <a:ext cx="4615464" cy="2682384"/>
          </a:xfrm>
          <a:prstGeom prst="rect">
            <a:avLst/>
          </a:prstGeom>
        </p:spPr>
      </p:pic>
      <p:pic>
        <p:nvPicPr>
          <p:cNvPr id="13" name="Hình ảnh 12" descr="Ảnh có chứa hình mẫu, Đồ họa, thiết kế, phim hoạt hình&#10;&#10;Nội dung do AI tạo ra có thể không chính xác.">
            <a:extLst>
              <a:ext uri="{FF2B5EF4-FFF2-40B4-BE49-F238E27FC236}">
                <a16:creationId xmlns:a16="http://schemas.microsoft.com/office/drawing/2014/main" id="{CFEEA66C-4473-BA5A-2DE3-A7AC4D7C84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7716" y="24691095"/>
            <a:ext cx="5031724" cy="2347115"/>
          </a:xfrm>
          <a:prstGeom prst="rect">
            <a:avLst/>
          </a:prstGeom>
        </p:spPr>
      </p:pic>
      <p:pic>
        <p:nvPicPr>
          <p:cNvPr id="16" name="Hình ảnh 15" descr="Ảnh có chứa văn bản, ảnh chụp màn hình, phần mềm, thiết kế&#10;&#10;Nội dung do AI tạo ra có thể không chính xác.">
            <a:extLst>
              <a:ext uri="{FF2B5EF4-FFF2-40B4-BE49-F238E27FC236}">
                <a16:creationId xmlns:a16="http://schemas.microsoft.com/office/drawing/2014/main" id="{92816A70-FF44-DBE0-B166-402A35727F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237" y="23867428"/>
            <a:ext cx="6606505" cy="3222103"/>
          </a:xfrm>
          <a:prstGeom prst="rect">
            <a:avLst/>
          </a:prstGeom>
        </p:spPr>
      </p:pic>
      <p:sp>
        <p:nvSpPr>
          <p:cNvPr id="18" name="object 7">
            <a:extLst>
              <a:ext uri="{FF2B5EF4-FFF2-40B4-BE49-F238E27FC236}">
                <a16:creationId xmlns:a16="http://schemas.microsoft.com/office/drawing/2014/main" id="{8BBBDC46-4FC4-0899-A3E0-3B0B5FBA553D}"/>
              </a:ext>
            </a:extLst>
          </p:cNvPr>
          <p:cNvSpPr/>
          <p:nvPr/>
        </p:nvSpPr>
        <p:spPr>
          <a:xfrm>
            <a:off x="19147946" y="7355442"/>
            <a:ext cx="6762603" cy="629236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Hộp Văn bản 19">
            <a:extLst>
              <a:ext uri="{FF2B5EF4-FFF2-40B4-BE49-F238E27FC236}">
                <a16:creationId xmlns:a16="http://schemas.microsoft.com/office/drawing/2014/main" id="{F123F6DE-EF2E-6DB4-F68F-4CFC66F60DAB}"/>
              </a:ext>
            </a:extLst>
          </p:cNvPr>
          <p:cNvSpPr txBox="1"/>
          <p:nvPr/>
        </p:nvSpPr>
        <p:spPr>
          <a:xfrm>
            <a:off x="13351612" y="7523051"/>
            <a:ext cx="6162271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4800" b="1" dirty="0"/>
              <a:t>ESP32 Miner ↔ DUCO Server via TCP</a:t>
            </a:r>
          </a:p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4800" b="1" dirty="0"/>
              <a:t>App Inventor App ↔ REST API</a:t>
            </a:r>
          </a:p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4800" b="1" dirty="0"/>
              <a:t>Real-time monitoring + low power</a:t>
            </a:r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435978ED-6EC1-C114-2F17-7EDA5479C162}"/>
              </a:ext>
            </a:extLst>
          </p:cNvPr>
          <p:cNvSpPr/>
          <p:nvPr/>
        </p:nvSpPr>
        <p:spPr>
          <a:xfrm>
            <a:off x="13216486" y="23357920"/>
            <a:ext cx="5943600" cy="335677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3">
            <a:extLst>
              <a:ext uri="{FF2B5EF4-FFF2-40B4-BE49-F238E27FC236}">
                <a16:creationId xmlns:a16="http://schemas.microsoft.com/office/drawing/2014/main" id="{66C2AC48-2AEF-62FE-B7E1-1E158B2841B1}"/>
              </a:ext>
            </a:extLst>
          </p:cNvPr>
          <p:cNvSpPr/>
          <p:nvPr/>
        </p:nvSpPr>
        <p:spPr>
          <a:xfrm>
            <a:off x="20127132" y="23077134"/>
            <a:ext cx="3733800" cy="66294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3">
            <a:extLst>
              <a:ext uri="{FF2B5EF4-FFF2-40B4-BE49-F238E27FC236}">
                <a16:creationId xmlns:a16="http://schemas.microsoft.com/office/drawing/2014/main" id="{168BF53C-515A-2343-3588-D1F5FEC75A77}"/>
              </a:ext>
            </a:extLst>
          </p:cNvPr>
          <p:cNvSpPr/>
          <p:nvPr/>
        </p:nvSpPr>
        <p:spPr>
          <a:xfrm>
            <a:off x="28122335" y="10818754"/>
            <a:ext cx="5873948" cy="520584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4">
            <a:extLst>
              <a:ext uri="{FF2B5EF4-FFF2-40B4-BE49-F238E27FC236}">
                <a16:creationId xmlns:a16="http://schemas.microsoft.com/office/drawing/2014/main" id="{AD737C49-E41D-5FE1-9682-C11330A1D085}"/>
              </a:ext>
            </a:extLst>
          </p:cNvPr>
          <p:cNvSpPr/>
          <p:nvPr/>
        </p:nvSpPr>
        <p:spPr>
          <a:xfrm>
            <a:off x="36208069" y="7585847"/>
            <a:ext cx="5853633" cy="290811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5">
            <a:extLst>
              <a:ext uri="{FF2B5EF4-FFF2-40B4-BE49-F238E27FC236}">
                <a16:creationId xmlns:a16="http://schemas.microsoft.com/office/drawing/2014/main" id="{59007147-5BB1-BC2A-AC72-091523C99EE0}"/>
              </a:ext>
            </a:extLst>
          </p:cNvPr>
          <p:cNvSpPr/>
          <p:nvPr/>
        </p:nvSpPr>
        <p:spPr>
          <a:xfrm>
            <a:off x="36131356" y="10761140"/>
            <a:ext cx="5859437" cy="290811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4">
            <a:extLst>
              <a:ext uri="{FF2B5EF4-FFF2-40B4-BE49-F238E27FC236}">
                <a16:creationId xmlns:a16="http://schemas.microsoft.com/office/drawing/2014/main" id="{826E0136-C8A5-4102-3AC5-31D359B747F1}"/>
              </a:ext>
            </a:extLst>
          </p:cNvPr>
          <p:cNvSpPr/>
          <p:nvPr/>
        </p:nvSpPr>
        <p:spPr>
          <a:xfrm>
            <a:off x="28213752" y="17063652"/>
            <a:ext cx="5691113" cy="260592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">
            <a:extLst>
              <a:ext uri="{FF2B5EF4-FFF2-40B4-BE49-F238E27FC236}">
                <a16:creationId xmlns:a16="http://schemas.microsoft.com/office/drawing/2014/main" id="{69EEF229-267B-A6F9-8A5A-6C6C8FE6C39B}"/>
              </a:ext>
            </a:extLst>
          </p:cNvPr>
          <p:cNvSpPr/>
          <p:nvPr/>
        </p:nvSpPr>
        <p:spPr>
          <a:xfrm>
            <a:off x="36074659" y="13582700"/>
            <a:ext cx="5621461" cy="245865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3BB0BB25-1AA4-16A2-00AB-9399185CDD9D}"/>
              </a:ext>
            </a:extLst>
          </p:cNvPr>
          <p:cNvSpPr/>
          <p:nvPr/>
        </p:nvSpPr>
        <p:spPr>
          <a:xfrm>
            <a:off x="35960023" y="16676093"/>
            <a:ext cx="5850731" cy="364466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1007</TotalTime>
  <Words>140</Words>
  <Application>Microsoft Office PowerPoint</Application>
  <PresentationFormat>Tùy chỉnh</PresentationFormat>
  <Paragraphs>37</Paragraphs>
  <Slides>1</Slides>
  <Notes>1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7</vt:i4>
      </vt:variant>
      <vt:variant>
        <vt:lpstr>Chủ đề</vt:lpstr>
      </vt:variant>
      <vt:variant>
        <vt:i4>2</vt:i4>
      </vt:variant>
      <vt:variant>
        <vt:lpstr>Tiêu đề Bản chiếu</vt:lpstr>
      </vt:variant>
      <vt:variant>
        <vt:i4>1</vt:i4>
      </vt:variant>
    </vt:vector>
  </HeadingPairs>
  <TitlesOfParts>
    <vt:vector size="10" baseType="lpstr">
      <vt:lpstr>Times New Roman</vt:lpstr>
      <vt:lpstr>Poppins</vt:lpstr>
      <vt:lpstr>Aptos Display</vt:lpstr>
      <vt:lpstr>Wingdings</vt:lpstr>
      <vt:lpstr>Arial</vt:lpstr>
      <vt:lpstr>Aptos</vt:lpstr>
      <vt:lpstr>Tahoma</vt:lpstr>
      <vt:lpstr>Custom Design</vt:lpstr>
      <vt:lpstr>Chủ đề Office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Ho Xuan Phu 20214041</cp:lastModifiedBy>
  <cp:revision>48</cp:revision>
  <dcterms:modified xsi:type="dcterms:W3CDTF">2025-11-21T07:07:52Z</dcterms:modified>
</cp:coreProperties>
</file>